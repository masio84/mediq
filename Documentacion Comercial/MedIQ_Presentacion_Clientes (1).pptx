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Inteligente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que te devuelve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con tus pacientes.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Digitaliza. Automatiza. Diagnostica con 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redactando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379476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$699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Masio Technologies &amp; Digital Solutions  ·  my-mediq.vercel.app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del consultorio médico en México hoy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 en papeleo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276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dedica hasta 3 horas diarias a redactar expedientes, recetas y certificados a mano o en Word.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en papel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6276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pérdida, incumplimiento NOM-004, imposibilidad de búsqueda y sin respaldo ante Cofepris.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8036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sin control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4107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cobros, sin arqueo de caja, sin reportes de rentabilidad por doctor o por periodo.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8036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caótica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4107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en WhatsApp, en papel o en Excel. Sin recordatorios automáticos. Alta tasa de no-shows.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 resuelve todos estos problemas en una sola plataforma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MedIQ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plataforma, todos los roles, un solo ecosistema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64592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06424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124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Digital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NOM-004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4708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SOAP en segundos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9397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2093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PDF con cédula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34086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permanentes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709160" y="1051560"/>
            <a:ext cx="4114800" cy="1645920"/>
          </a:xfrm>
          <a:prstGeom prst="rect">
            <a:avLst/>
          </a:prstGeom>
          <a:solidFill>
            <a:srgbClr val="13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1051560"/>
            <a:ext cx="4114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106424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66360" y="1124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Clínica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60020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56632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Scribe: dicta o transcribe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84708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56632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CIE-10/11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2093976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56632" y="2093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alergias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2340864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56632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no-shows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274320" y="2880360"/>
            <a:ext cx="4114800" cy="1645920"/>
          </a:xfrm>
          <a:prstGeom prst="rect">
            <a:avLst/>
          </a:prstGeom>
          <a:solidFill>
            <a:srgbClr val="13204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274320" y="2880360"/>
            <a:ext cx="4114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2935224"/>
            <a:ext cx="320040" cy="3200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73152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+ Sala de Espera</a:t>
            </a:r>
            <a:endParaRPr lang="en-US" sz="13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3429000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21792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de citas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3675888"/>
            <a:ext cx="201168" cy="20116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21792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 tiempo real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922776"/>
            <a:ext cx="201168" cy="20116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21792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4169664"/>
            <a:ext cx="201168" cy="201168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621792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horarios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4709160" y="2880360"/>
            <a:ext cx="4114800" cy="164592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25"/>
          <p:cNvSpPr/>
          <p:nvPr/>
        </p:nvSpPr>
        <p:spPr>
          <a:xfrm>
            <a:off x="4709160" y="288036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0600" y="2935224"/>
            <a:ext cx="320040" cy="32004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Cobros</a:t>
            </a:r>
            <a:endParaRPr lang="en-US" sz="13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0600" y="3429000"/>
            <a:ext cx="201168" cy="201168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056632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ágil al finalizar</a:t>
            </a:r>
            <a:endParaRPr lang="en-US" sz="10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00600" y="3675888"/>
            <a:ext cx="201168" cy="201168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056632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Efectivo/Tarjeta/Transfer</a:t>
            </a:r>
            <a:endParaRPr lang="en-US" sz="100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0600" y="3922776"/>
            <a:ext cx="201168" cy="201168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5056632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 de caja diario</a:t>
            </a:r>
            <a:endParaRPr lang="en-US" sz="100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0600" y="4169664"/>
            <a:ext cx="201168" cy="201168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5056632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rentabilidad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Médico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que el médico vuelva a mirar al paciente, no a la pantalla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Digital (NOM-004)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cronológica, antecedentes heredo-familiares, no patológicos y quirúrgicos accesibles en un click.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Evolución SOAP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73752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interactivas con campos obligatorios de la normativa. Rellena una consulta en menos de 2 minutos.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CIE-10/11 + IA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integrado con el catálogo completo. La IA sugiere diagnósticos diferenciales y detecta interacciones alérgicas antes de imprimir la receta.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33172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Electrónica PDF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73752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instantánea con cédula profesional, firma y sello digital. Vinculada permanentemente al expediente.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y Consentimientos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8912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Expide certificados de salud, altas médicas e incapacidades. Quedan archivados de por vida en el expediente del paciente.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657600"/>
            <a:ext cx="6400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375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Inteligente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73752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para ver solo tus citas del día. Bloquea horarios para cirugías o congresos. Recibe notificaciones cuando el asistente actualiza el estado del paciente.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Asistente / Recepción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sala de espera, agenda y caja — desde un solo panel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Multi-Doctor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Grid o Lista de todos los consultorios simultáneamente. Drag &amp; Drop para mover citas entre doctor y horario al instante.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Espera en Tiempo Real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73752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estatus de cada paciente: En Espera → En Consulta → Finalizado. El médico lo ve en su pantalla al instante.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Caja y Cobros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ágil al terminar la consulta con desglose por método de pago. Arqueo de caja para cierre de turno limpio y transparente.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33172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73752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recordatorios por WhatsApp y Email antes de cada cita. Reduce hasta un 30% la tasa de no-shows.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el Médico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8912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en tiempo real con el doctor sin salir de la plataforma. Sin WhatsApp personal, sin interrupciones.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65760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375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y Autovinculación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73752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envía la invitación desde su dashboard. Al registrarse, el asistente queda vinculado automáticamente a la clínica.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Administrador  (Plan Enterprise)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058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total del negocio clínico en tiempo real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1148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Métricas Directivas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en tiempo real, consultas totales por periodo, flujo de pacientes semanal/mensual. Todo en una pantalla.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1148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Rentabilidad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desempeño de cada médico: consultas atendidas, ingresos generados y tasa de ocupación de agenda.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743200"/>
            <a:ext cx="41148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74320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3218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baja de médicos y asistentes. Configura las vinculaciones y los horarios de operación de cada consultorio.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2743200"/>
            <a:ext cx="41148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74320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NOM-024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3218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logs inmutables: quién leyó, editó o eliminó cada dato, con timestamp UTC. Disponible para auditorías ante Cofepris.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El administrador NO tiene acceso al expediente clínico de los pacientes — solo el médico puede accederlo (garantizado por RLS)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Clínica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058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está embebida en los procesos críticos — no es un add-on, es el núcleo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502920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IA — Automatización de Consultas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4630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 o habilita transcripción de la plática con el paciente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1645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Auto-llenado formato SOAP: Subjetivo, Objetivo, Análisis, Plan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288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18288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hasta 40% el tiempo de redacción por consulta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01168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78992" y="2011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consultas por día sin sacrificar calidad del expediente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274320" y="2331720"/>
            <a:ext cx="5029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74320" y="2679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868680" y="24048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y Alertas Médicas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788920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78992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historia clínica en segundo plano antes de la receta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97180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78992" y="29718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sobre posibles interacciones alérgicas</a:t>
            </a:r>
            <a:endParaRPr lang="en-US" sz="9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154680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78992" y="3154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diagnósticos diferenciales ante síntomas complejos</a:t>
            </a:r>
            <a:endParaRPr lang="en-US" sz="9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3337560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78992" y="33375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literatura médica indexada para apoyar la decisión clínica</a:t>
            </a:r>
            <a:endParaRPr lang="en-US" sz="950" dirty="0"/>
          </a:p>
        </p:txBody>
      </p:sp>
      <p:sp>
        <p:nvSpPr>
          <p:cNvPr id="30" name="Shape 19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274320" y="3657600"/>
            <a:ext cx="5029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274320" y="4005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Text 22"/>
          <p:cNvSpPr/>
          <p:nvPr/>
        </p:nvSpPr>
        <p:spPr>
          <a:xfrm>
            <a:off x="868680" y="3730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y Logística Predictiva</a:t>
            </a:r>
            <a:endParaRPr lang="en-US" sz="13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4114800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78992" y="41148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No-Shows: alerta sobre citas con alta probabilidad de cancelación</a:t>
            </a:r>
            <a:endParaRPr lang="en-US" sz="9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4297680"/>
            <a:ext cx="164592" cy="16459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078992" y="4297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sobre-agendar o confirmar con urgencia</a:t>
            </a:r>
            <a:endParaRPr lang="en-US" sz="9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80" y="4480560"/>
            <a:ext cx="164592" cy="16459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078992" y="44805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cuánto tarda cada doctor en distintos tipos de consulta</a:t>
            </a:r>
            <a:endParaRPr lang="en-US" sz="9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663440"/>
            <a:ext cx="164592" cy="16459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1078992" y="4663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automáticamente los slots para evitar retrasos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Transparentes, sin sorpresas. Cancela cuando quieras.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274320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527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$699/mes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2377440" cy="237744"/>
          </a:xfrm>
          <a:prstGeom prst="rect">
            <a:avLst/>
          </a:prstGeom>
          <a:solidFill>
            <a:srgbClr val="EBF3FF"/>
          </a:solidFill>
          <a:ln w="12700">
            <a:solidFill>
              <a:srgbClr val="EB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médico, sin asistente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87752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NOM-004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6207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CIE-10/11 completo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3639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electrónica PDF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1071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cobros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8503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2648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diagnóstico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959352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2648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médicos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393192" y="4480560"/>
            <a:ext cx="2414016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9319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3099816" y="813816"/>
            <a:ext cx="2852928" cy="41330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840480" y="685800"/>
            <a:ext cx="13716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3840480" y="685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15468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154680" y="868680"/>
            <a:ext cx="274320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15468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Consultorio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3154680" y="1527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$1,000/mes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315468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$1,299 setup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337560" y="2258568"/>
            <a:ext cx="2377440" cy="237744"/>
          </a:xfrm>
          <a:prstGeom prst="rect">
            <a:avLst/>
          </a:prstGeom>
          <a:solidFill>
            <a:srgbClr val="EBF3FF"/>
          </a:solidFill>
          <a:ln w="12700">
            <a:solidFill>
              <a:srgbClr val="EBF3FF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337560" y="2258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médico + 1 asistente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587752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538728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Esencial</a:t>
            </a:r>
            <a:endParaRPr lang="en-US" sz="9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2862072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538728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doctor-asistente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1840" y="3136392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538728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compartida</a:t>
            </a:r>
            <a:endParaRPr lang="en-US" sz="9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0" y="3410712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538728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espera tiempo real</a:t>
            </a:r>
            <a:endParaRPr lang="en-US" sz="95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0" y="3685032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3538728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Invitar asistente</a:t>
            </a:r>
            <a:endParaRPr lang="en-US" sz="9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0" y="3959352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3538728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tiempo real</a:t>
            </a:r>
            <a:endParaRPr lang="en-US" sz="950" dirty="0"/>
          </a:p>
        </p:txBody>
      </p:sp>
      <p:sp>
        <p:nvSpPr>
          <p:cNvPr id="48" name="Shape 34"/>
          <p:cNvSpPr/>
          <p:nvPr/>
        </p:nvSpPr>
        <p:spPr>
          <a:xfrm>
            <a:off x="3319272" y="4480560"/>
            <a:ext cx="2414016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331927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</a:t>
            </a:r>
            <a:endParaRPr lang="en-US" sz="1100" dirty="0"/>
          </a:p>
        </p:txBody>
      </p:sp>
      <p:sp>
        <p:nvSpPr>
          <p:cNvPr id="50" name="Shape 36"/>
          <p:cNvSpPr/>
          <p:nvPr/>
        </p:nvSpPr>
        <p:spPr>
          <a:xfrm>
            <a:off x="608076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37"/>
          <p:cNvSpPr/>
          <p:nvPr/>
        </p:nvSpPr>
        <p:spPr>
          <a:xfrm>
            <a:off x="6080760" y="868680"/>
            <a:ext cx="2743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38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53" name="Text 39"/>
          <p:cNvSpPr/>
          <p:nvPr/>
        </p:nvSpPr>
        <p:spPr>
          <a:xfrm>
            <a:off x="6080760" y="1527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cotizar</a:t>
            </a:r>
            <a:endParaRPr lang="en-US" sz="2200" dirty="0"/>
          </a:p>
        </p:txBody>
      </p:sp>
      <p:sp>
        <p:nvSpPr>
          <p:cNvPr id="54" name="Text 40"/>
          <p:cNvSpPr/>
          <p:nvPr/>
        </p:nvSpPr>
        <p:spPr>
          <a:xfrm>
            <a:off x="608076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convenio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6263640" y="2258568"/>
            <a:ext cx="2377440" cy="237744"/>
          </a:xfrm>
          <a:prstGeom prst="rect">
            <a:avLst/>
          </a:prstGeom>
          <a:solidFill>
            <a:srgbClr val="EBF3FF"/>
          </a:solidFill>
          <a:ln w="12700">
            <a:solidFill>
              <a:srgbClr val="EBF3FF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6263640" y="2258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médicos + asistentes + admin</a:t>
            </a:r>
            <a:endParaRPr lang="en-US" sz="9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2587752"/>
            <a:ext cx="182880" cy="182880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464808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</a:t>
            </a:r>
            <a:endParaRPr lang="en-US" sz="95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2862072"/>
            <a:ext cx="182880" cy="18288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6464808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administración</a:t>
            </a:r>
            <a:endParaRPr lang="en-US" sz="95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136392"/>
            <a:ext cx="182880" cy="182880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6464808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Multi-doctor Grid</a:t>
            </a:r>
            <a:endParaRPr lang="en-US" sz="95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920" y="3410712"/>
            <a:ext cx="182880" cy="182880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6464808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consolidados</a:t>
            </a:r>
            <a:endParaRPr lang="en-US" sz="950" dirty="0"/>
          </a:p>
        </p:txBody>
      </p:sp>
      <p:pic>
        <p:nvPicPr>
          <p:cNvPr id="6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7920" y="3685032"/>
            <a:ext cx="182880" cy="182880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6464808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clínica avanzada</a:t>
            </a:r>
            <a:endParaRPr lang="en-US" sz="950" dirty="0"/>
          </a:p>
        </p:txBody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7920" y="3959352"/>
            <a:ext cx="182880" cy="182880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6464808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NOM-024</a:t>
            </a:r>
            <a:endParaRPr lang="en-US" sz="950" dirty="0"/>
          </a:p>
        </p:txBody>
      </p:sp>
      <p:sp>
        <p:nvSpPr>
          <p:cNvPr id="69" name="Shape 49"/>
          <p:cNvSpPr/>
          <p:nvPr/>
        </p:nvSpPr>
        <p:spPr>
          <a:xfrm>
            <a:off x="6245352" y="4480560"/>
            <a:ext cx="2414016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50"/>
          <p:cNvSpPr/>
          <p:nvPr/>
        </p:nvSpPr>
        <p:spPr>
          <a:xfrm>
            <a:off x="624535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</a:t>
            </a:r>
            <a:endParaRPr lang="en-US" sz="1100" dirty="0"/>
          </a:p>
        </p:txBody>
      </p:sp>
      <p:sp>
        <p:nvSpPr>
          <p:cNvPr id="71" name="Shape 5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5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anual: ahorra 20%  —  Esencial $559/mes  ·  Consultorio $800/mes  ·  Enterprise a cotizar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 Legal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058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información clínica, protegida al máximo nivel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6642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total: notas SOAP, receta PDF, certificados, historial cronológico permanente.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10058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05840"/>
            <a:ext cx="27432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NOM-024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64408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SECE Certificado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64408" y="16642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unívoca, confidencialidad, integridad, disponibilidad y trazabilidad garantizadas.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10058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005840"/>
            <a:ext cx="27432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LFPDPPP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44768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44768" y="16642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privacidad, derechos ARCO, transferencias controladas. Procesador: Supabase con contrato RGPD.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265176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651760"/>
            <a:ext cx="27432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84048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Completo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84048" y="33101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reposo AES-256 + TLS 1.3 en tránsito. Row Level Security: ninguna clínica ve datos de otra.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154680" y="265176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154680" y="2651760"/>
            <a:ext cx="27432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5468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264408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Total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264408" y="33101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multi-tenant. Cada clínica opera en su propio espacio aislado por design.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35040" y="265176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0" y="2651760"/>
            <a:ext cx="274320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3504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44768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Cofepris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144768" y="33101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inmutable de cada acción: quién, qué, cuándo, desde qué IP. Timestamp UTC permanente.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4297680"/>
            <a:ext cx="8595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Vercel CDN Global + Supabase PostgreSQL replicado  ·  SLA 99.5% mensual  ·  Backups automáticos diarios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74320" y="4626864"/>
            <a:ext cx="8595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sistema está en proceso de certificación ante la Secretaría de Salud  ·  cumplimiento@masio.mx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Inteligente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digitalizar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consultorio?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contratos largos. Sin sorpresas. Cancela cuando quieras.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4864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my-mediq.vercel.app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4864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4492347305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54864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ventas: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ventas@masio.mx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412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Masio Technologies &amp; Digital Solutions  ·  MedIQ es un producto de Masio TDS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MedIQ — Presentación Comercial</dc:title>
  <dc:subject>PptxGenJS Presentation</dc:subject>
  <dc:creator>Masio Technologies &amp; Digital Solutions</dc:creator>
  <cp:lastModifiedBy>Masio Technologies &amp; Digital Solutions</cp:lastModifiedBy>
  <cp:revision>1</cp:revision>
  <dcterms:created xsi:type="dcterms:W3CDTF">2026-03-25T04:15:21Z</dcterms:created>
  <dcterms:modified xsi:type="dcterms:W3CDTF">2026-03-25T04:15:21Z</dcterms:modified>
</cp:coreProperties>
</file>